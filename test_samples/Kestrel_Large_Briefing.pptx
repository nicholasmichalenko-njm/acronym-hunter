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RFA burn-down by milestone (QA tracked)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RFAs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SRR</c:v>
                </c:pt>
                <c:pt idx="1">
                  <c:v>PDR</c:v>
                </c:pt>
                <c:pt idx="2">
                  <c:v>CDR</c:v>
                </c:pt>
                <c:pt idx="3">
                  <c:v>TRR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3: mention the IMS and the CO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30: mention the IMS and the CO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file:///C:/Kestrel/Shared/schematic.png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RFP traceability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1: verify per the SOW and the ICD at 28 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EPS budget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2: verify per the SOW and the ICD at 28 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ADCS modes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3: verify per the SOW and the ICD at 28 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TT&amp;C link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4: verify per the SOW and the ICD at 28 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Thermal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5: verify per the SOW and the ICD at 28 V.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7432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3,600 psi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 kWh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Propulsion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6: verify per the SOW and the ICD at 28 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C&amp;DH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7: verify per the SOW and the ICD at 28 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FSW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8: verify per the SOW and the ICD at 28 V.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48640" y="2743200"/>
            <a:ext cx="5486400" cy="548640"/>
            <a:chOff x="548640" y="2743200"/>
            <a:chExt cx="5486400" cy="548640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2743200"/>
              <a:ext cx="54864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callout: MOC handover after LEOP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I&amp;T flow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9: verify per the SOW and the ICD at 28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10: SOW status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10: verify per the SOW and the ICD at 28 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377440"/>
          <a:ext cx="64008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11: RFP traceability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11: verify per the SOW and the ICD at 28 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12: EPS budget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12: verify per the SOW and the ICD at 28 V.</a:t>
            </a:r>
          </a:p>
        </p:txBody>
      </p:sp>
      <p:pic>
        <p:nvPicPr>
          <p:cNvPr id="5" name="Orbit Diagram" descr="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13: ADCS modes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13: verify per the SOW and the ICD at 28 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14: TT&amp;C link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14: verify per the SOW and the ICD at 28 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15: Thermal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15: verify per the SOW and the ICD at 28 V.</a:t>
            </a:r>
          </a:p>
        </p:txBody>
      </p:sp>
      <p:pic>
        <p:nvPicPr>
          <p:cNvPr id="5" name="Linked Schematic" descr="linked.png"/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548640" y="237744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16: Propulsion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16: verify per the SOW and the ICD at 28 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17: C&amp;DH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17: verify per the SOW and the ICD at 28 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18: FSW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18: verify per the SOW and the ICD at 28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19: I&amp;T flow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19: verify per the SOW and the ICD at 28 V.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20: SOW status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20: verify per the SOW and the ICD at 28 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Backup: FRR criteria and the DD250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21: RFP traceability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21: verify per the SOW and the ICD at 28 V.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22: EPS budget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22: verify per the SOW and the ICD at 28 V.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23: ADCS modes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23: verify per the SOW and the ICD at 28 V.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24: TT&amp;C link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24: verify per the SOW and the ICD at 28 V.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25: Thermal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25: verify per the SOW and the ICD at 28 V.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26: Propulsion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26: verify per the SOW and the ICD at 28 V.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27: C&amp;DH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27: verify per the SOW and the ICD at 28 V.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28: FSW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28: verify per the SOW and the ICD at 28 V.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29: I&amp;T flow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29: verify per the SOW and the ICD at 28 V.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30: SOW status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30: verify per the SOW and the ICD at 28 V.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31: RFP traceability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31: verify per the SOW and the ICD at 28 V.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32: EPS budget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32: verify per the SOW and the ICD at 28 V.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33: ADCS modes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33: verify per the SOW and the ICD at 28 V.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34: TT&amp;C link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34: verify per the SOW and the ICD at 28 V.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35: Thermal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35: verify per the SOW and the ICD at 28 V.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36: Propulsion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36: verify per the SOW and the ICD at 28 V.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37: C&amp;DH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37: verify per the SOW and the ICD at 28 V.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38: FSW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38: verify per the SOW and the ICD at 28 V.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39: I&amp;T flow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39: verify per the SOW and the ICD at 28 V.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40: SOW status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418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40: verify per the SOW and the ICD at 28 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