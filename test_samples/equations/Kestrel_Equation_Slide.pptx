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Drag Estimate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14:m xmlns:a14="http://schemas.microsoft.com/office/drawing/2010/main">
              <m:oMathPara xmlns:m="http://schemas.openxmlformats.org/officeDocument/2006/math">
                <m:oMath>
                  <m:sSub>
                    <m:e>
                      <m:r>
                        <m:t>F</m:t>
                      </m:r>
                    </m:e>
                    <m:sub>
                      <m:r>
                        <m:t>D</m:t>
                      </m:r>
                    </m:sub>
                  </m:sSub>
                  <m:r>
                    <m:t>=</m:t>
                  </m:r>
                  <m:f>
                    <m:num>
                      <m:r>
                        <m:t>1</m:t>
                      </m:r>
                    </m:num>
                    <m:den>
                      <m:r>
                        <m:t>2</m:t>
                      </m:r>
                    </m:den>
                  </m:f>
                  <m:r>
                    <m:t>ρ</m:t>
                  </m:r>
                  <m:sSup>
                    <m:e>
                      <m:r>
                        <m:t>V</m:t>
                      </m:r>
                    </m:e>
                    <m:sup>
                      <m:r>
                        <m:t>2</m:t>
                      </m:r>
                    </m:sup>
                  </m:sSup>
                  <m:sSub>
                    <m:e>
                      <m:r>
                        <m:t>C</m:t>
                      </m:r>
                    </m:e>
                    <m:sub>
                      <m:r>
                        <m:t>D</m:t>
                      </m:r>
                    </m:sub>
                  </m:sSub>
                  <m:r>
                    <m:t>S</m:t>
                  </m:r>
                </m:oMath>
              </m:oMathPara>
            </a14:m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