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mention the QA audit and the FRR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Kestrel Preliminary Design Review (PDR)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Northwind Orbital | Fictional test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SOW compliance status</a:t>
            </a:r>
          </a:p>
          <a:p>
            <a:r>
              <a:t>LEO mission design</a:t>
            </a:r>
          </a:p>
          <a:p>
            <a:r>
              <a:t>EPS and ADCS trades</a:t>
            </a:r>
          </a:p>
          <a:p>
            <a:r>
              <a:t>CDR readiness and open RFAs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Subsystem Status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40080">
                <a:tc>
                  <a:txBody>
                    <a:bodyPr/>
                    <a:lstStyle/>
                    <a:p>
                      <a:r>
                        <a:t>Subsystem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C&amp;DH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Flight board at TRL 6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1.8 kWh battery, cell lot TBD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Propulsion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COPV proof at 3,600 psi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GNC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ICD signed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Milestones</a:t>
            </a:r>
          </a:p>
        </p:txBody>
      </p:sp>
      <p:pic>
        <p:nvPicPr>
          <p:cNvPr id="3" name="Picture 2" descr="sch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144000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pic>
        <p:nvPicPr>
          <p:cNvPr id="3" name="Picture 2" descr="Kestrel_System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144000" cy="5143500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457200" y="6126480"/>
            <a:ext cx="10972800" cy="457200"/>
            <a:chOff x="457200" y="6126480"/>
            <a:chExt cx="10972800" cy="457200"/>
          </a:xfrm>
        </p:grpSpPr>
        <p:sp>
          <p:nvSpPr>
            <p:cNvPr id="5" name="TextBox 4"/>
            <p:cNvSpPr txBox="1"/>
            <p:nvPr/>
          </p:nvSpPr>
          <p:spPr>
            <a:xfrm>
              <a:off x="457200" y="6126480"/>
              <a:ext cx="109728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Grouped callout: MOC handover after LEOP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